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2926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43000"/>
            <a:ext cx="2743200" cy="1151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2240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SRI SAIRAM COLLEGE OF ENGINEERING, BENGALURU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Centralized Seminar Hall &amp;</a:t>
            </a:r>
            <a:br/>
            <a:r>
              <a:t>Campus Facility Reservation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Enterprise-grade, Concurrency-safe Web Platform with Multi-tier Approvals &amp; Dynamic Privacy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709160"/>
            <a:ext cx="97840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Presented By: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[Your Name / Team Name &amp; Roll Numbers]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89204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Project Guide / Mentor: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[Your Project Guide Name &amp; Designation]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EXECUTIVE 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vs. Proposed Solution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567834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THE MANUAL BOTTLENECK (EXISTING ISSUES)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50" b="1">
                <a:solidFill>
                  <a:srgbClr val="0F172A"/>
                </a:solidFill>
              </a:defRPr>
            </a:pPr>
            <a:r>
              <a:t>❌ Physical Registers &amp; Lost Paperwork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Manual paper logs suffer from illegible entries, lost slips, and zero centralized traceability across academic blocks.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❌ Double-Booking Race Conditions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Simultaneous verbal or paper requests for the same hall trigger catastrophic scheduling clashes during campus events.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❌ Zero Real-Time Schedule Transparency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Coordinators have no live visibility into university semester examinations, NAAC visits, or ongoing hall maintenance.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❌ Slow Administrative Sign-Offs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Faculty coordinators spend hours running physical permission letters between HOD, Estate Officer, and Principal desks.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✅ OUR PROPOSED SOLUTION (ENTERPRISE SYSTEM)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50" b="1">
                <a:solidFill>
                  <a:srgbClr val="1E3A8A"/>
                </a:solidFill>
              </a:defRPr>
            </a:pPr>
            <a:r>
              <a:t>✔ Unified Institutional Digital Portal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One-stop web platform managing Leo Muthu Central Seminar Auditorium &amp; Sir M. Visvesvaraya AV Hall.</a:t>
            </a:r>
          </a:p>
          <a:p>
            <a:pPr>
              <a:spcBef>
                <a:spcPts val="800"/>
              </a:spcBef>
              <a:defRPr sz="1150" b="1">
                <a:solidFill>
                  <a:srgbClr val="1E3A8A"/>
                </a:solidFill>
              </a:defRPr>
            </a:pPr>
            <a:r>
              <a:t>✔ Atomic Concurrency Lock (ACID Guarantee)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Interactive database transactions (prisma.$transaction) prevent overlapping bookings down to the millisecond.</a:t>
            </a:r>
          </a:p>
          <a:p>
            <a:pPr>
              <a:spcBef>
                <a:spcPts val="800"/>
              </a:spcBef>
              <a:defRPr sz="1150" b="1">
                <a:solidFill>
                  <a:srgbClr val="1E3A8A"/>
                </a:solidFill>
              </a:defRPr>
            </a:pPr>
            <a:r>
              <a:t>✔ Live Interactive Availability Desk Calendar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Color-coded month, week &amp; list views showing live status: Available, Booked, In-Review, Maintenance, or Holiday.</a:t>
            </a:r>
          </a:p>
          <a:p>
            <a:pPr>
              <a:spcBef>
                <a:spcPts val="800"/>
              </a:spcBef>
              <a:defRPr sz="1150" b="1">
                <a:solidFill>
                  <a:srgbClr val="1E3A8A"/>
                </a:solidFill>
              </a:defRPr>
            </a:pPr>
            <a:r>
              <a:t>✔ Instant Verifiable PDF Gate Passes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Client-side vector PDF vouchers with scannable offline QR codes, official college seal, and authority sign-off.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SYSTEM ARCHITECTURE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 &amp; 3-Tier Technology Stack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567834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3429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LAYER 1: CLIENT / PRESENTATION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• React 18 + TypeScript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Strict type-safe component design &amp; zero runtime UI crashes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Vite Build Tooling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Sub-second Hot Module Replacement &amp; optimized bundles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Tailwind CSS v4 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Modern collegiate design system with fluid dark/light modes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Recharts &amp; Lucide Icons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Interactive analytics graphs, charts &amp; standardized iconography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jsPDF &amp; QR Generation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Pure client-side vector voucher export with zero server rendering 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42900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44752"/>
            <a:ext cx="3429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LAYER 2: APPLICATION &amp; API GATEWAY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• Node.js &amp; Express (TS)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Modular RESTful routing architecture for auth, halls, bookings &amp; logs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Prisma ORM 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Type-safe database abstraction with ACID transaction guarantees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Multer Storage Pipeline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MIME-type &amp; extension validated uploads for HOD permission letters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Nodemailer SMTP Service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Automated email dispatcher for booking approval/rejection lifecycle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Express Rate Limiting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Brute-force protection &amp; API request throttling on sensitive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42900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444752"/>
            <a:ext cx="3429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LAYER 3: DATA &amp; SECURITY GOVERNANCE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• SQLite (Dev) / PostgreSQL (Prod)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Zero-setup SQLite development with production-ready Postgres schema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JWT Token Authentication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Signed cryptographic Bearer tokens with 7-day expiration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Salted bcryptjs Hashing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Secure one-way credential encryption for faculty &amp; admin logins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3 Dynamic Privacy Modes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Auto-masks confidential exam / meeting details from public calendar view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Immutable Activity Audit Log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Logs all approval, cancellation, and deletion events for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PROCESS ARCHITECTURE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End-to-End Workflow Pipeline &amp; RBAC Hierarchy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567834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371600"/>
            <a:ext cx="1645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13716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Step 1: Faculty Auth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Faculty signs in via secure JWT token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371600"/>
            <a:ext cx="1645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1463040"/>
            <a:ext cx="13716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8288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Step 2: Slot &amp; Letter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Selects auditorium, date range &amp; uploads HOD PDF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1031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371600"/>
            <a:ext cx="1645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1463040"/>
            <a:ext cx="13716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8288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Step 3: Atomic Lock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Prisma transaction locks slot atomically to prevent clash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1031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371600"/>
            <a:ext cx="1645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463040"/>
            <a:ext cx="13716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288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Step 4: Queue: PENDING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Notification created &amp; enters admin approval desk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1031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371600"/>
            <a:ext cx="1645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19" y="1463040"/>
            <a:ext cx="137160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18288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Step 5: Admin Review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Estate Admin / Principal approves or cancels with remarks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9" y="21031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1371600"/>
            <a:ext cx="16459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49840" y="1463040"/>
            <a:ext cx="13716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18288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Step 6: Gate Pass / QR</a:t>
            </a:r>
          </a:p>
          <a:p>
            <a:pPr algn="ctr"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Instant vector PDF voucher generated with scannable QR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657600"/>
            <a:ext cx="342900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3657600"/>
            <a:ext cx="342900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712463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PUBLIC VISITOR (READ-ONLY)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062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Browse hall gallery, seating capacities, amenities &amp; live availability calendar with automatic event-title privacy masking.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3657600"/>
            <a:ext cx="342900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3657600"/>
            <a:ext cx="3429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712463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FACULTY COORDINATOR (BOOKER)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2062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Create single &amp; multi-day requisitions, upload permission letters, track real-time approval status &amp; download verified PDF pass.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3657600"/>
            <a:ext cx="342900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3657600"/>
            <a:ext cx="342900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3712463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SUPER ADMIN / ESTATE DESK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2062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Approve/Reject requests with official notes, manage hall amenities, block exam/maintenance blackout dates, manage roles &amp; export CSVs.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ENGINEERING CHALLENGES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Engineering Challenges &amp; Innovations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567834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The Double-Booking Concurrency Bug (Race Condition)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F4444"/>
                </a:solidFill>
              </a:defRPr>
            </a:pPr>
            <a:r>
              <a:t>• Problem: Challenge: If two coordinators submit requests for the same auditorium at the exact same millisecond, standard asynchronous queries risk issuing duplicate bookings.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• Solution: Engineered Solution: Leveraged Prisma Interactive Transactions (prisma.$transaction) to enforce atomic conflict checks and lock insertions. Zero double-booking guarantee.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Timezone Offset Drift (IST Asia/Kolkata UTC+05:30)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008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F4444"/>
                </a:solidFill>
              </a:defRPr>
            </a:pPr>
            <a:r>
              <a:t>• Problem: Challenge: Built-in JavaScript toISOString() shifts IST midnight back to the previous day's UTC date, corrupting multi-day calendar dates and slot mappings.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• Solution: Engineered Solution: Developed a custom Local ISO Date Normalizer extracting year, month, and day in strict Asia/Kolkata timezone, ensuring 100% calendar fidelity.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Campus Confidentiality &amp; Dynamic Privacy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F4444"/>
                </a:solidFill>
              </a:defRPr>
            </a:pPr>
            <a:r>
              <a:t>• Problem: Challenge: University meetings, question paper evaluations, and executive hearings must not expose confidential titles or attendee data on public campus monitors.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• Solution: Engineered Solution: Architected 3 Dynamic Privacy Modes (EVENT_TITLE, DEPARTMENT_EVENT, RESERVED_SLOT) that automatically mask sensitive metadata on public calendars.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4807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⚙️ Tailwind CSS v4 oklch PDF Generation Incompatibility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589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F4444"/>
                </a:solidFill>
              </a:defRPr>
            </a:pPr>
            <a:r>
              <a:t>• Problem: Challenge: Modern Tailwind v4 computes colors using oklch(), causing legacy html2canvas DOM screenshot parsers to crash with 'Failed to generate PDF'.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• Solution: Engineered Solution: Replaced raster screenshots with a pure jsPDF vector generation pipeline incorporating embedded college logos, dean seal, and scannable offline QR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SUMMARY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Production Highlights, Future Roadmap &amp; Conclusion</a:t>
            </a:r>
          </a:p>
        </p:txBody>
      </p:sp>
      <p:pic>
        <p:nvPicPr>
          <p:cNvPr id="6" name="Picture 5" descr="sair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567834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🚀 PRODUCTION CAPABILITIES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✔ Public Venue Showcase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Comprehensive galleries, seating capacities, and equipment specifications.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Multi-View Desk Calendar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Interactive Month, Week, and List availability matrix with slot status indicators.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Smart Requisition Form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Single/multi-day date picker with HOD permission letter PDF upload.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Admin Control Center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1-click approvals, rejections, custom faculty notice remarks, and date blackouts.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Verifiable Gate Pass PDF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Vector PDF confirmation slip with official college logo, dean seal &amp; scannable QR.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🔮 FUTURE ROADMAP &amp; 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3A8A"/>
                </a:solidFill>
              </a:defRPr>
            </a:pPr>
            <a:r>
              <a:t>⭐ Mobile QR Attendance Scanner App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Dedicated mobile app for security personnel at hall entrances to verify gate passes.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⭐ WhatsApp &amp; SMS Automated Dispatch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Twilio / Gupshup integration for real-time mobile SMS &amp; WhatsApp booking updates.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⭐ Multi-Tier Hierarchical Approvals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Multi-stage workflow: Department HOD ➔ Academic Dean ➔ Principal approval.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⭐ Super Admin Automated Monthly Reports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Scheduled monthly executive booking summary dispatched directly to the Principal's inbox.</a:t>
            </a:r>
          </a:p>
          <a:p>
            <a:pPr>
              <a:spcBef>
                <a:spcPts val="1400"/>
              </a:spcBef>
              <a:defRPr sz="1150" b="1">
                <a:solidFill>
                  <a:srgbClr val="D97706"/>
                </a:solidFill>
              </a:defRPr>
            </a:pPr>
            <a:r>
              <a:t>🎯 CONCLUSION &amp; Q&amp;A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Successfully replaced error-prone paper logbooks with a secure, concurrency-safe, institutional digital reservation ecosystem. Thank you! We are open to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